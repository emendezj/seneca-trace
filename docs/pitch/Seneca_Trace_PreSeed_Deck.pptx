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600"/>
                </a:solidFill>
                <a:latin typeface="Arial"/>
              </a:rPr>
              <a:t>SENECA ·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CECF1"/>
                </a:solidFill>
                <a:latin typeface="Arial"/>
              </a:rPr>
              <a:t>The data layer for Physical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B8B96"/>
                </a:solidFill>
                <a:latin typeface="Arial"/>
              </a:rPr>
              <a:t>Wearables de captura + datasets de plantas mexicanas
para entrenar humanoides y robots industriales.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8B96"/>
                </a:solidFill>
                <a:latin typeface="Arial"/>
              </a:rPr>
              <a:t>Pre-Seed  ·  Monterrey / Saltillo  ·  AngelHub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600"/>
                </a:solidFill>
                <a:latin typeface="Arial"/>
              </a:rPr>
              <a:t>senecatrace.com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8B96"/>
                </a:solidFill>
                <a:latin typeface="Arial"/>
              </a:rPr>
              <a:t>SENECA 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8B96"/>
                </a:solidFill>
                <a:latin typeface="Arial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01  /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CECF1"/>
                </a:solidFill>
                <a:latin typeface="Arial"/>
              </a:rPr>
              <a:t>Los robots no aprenden
en el laboratorio.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ECECF1"/>
                </a:solidFill>
                <a:latin typeface="Arial"/>
              </a:rPr>
              <a:t>El video solo no captura fuerza, contacto ni visión egocéntrica real de planta.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CECF1"/>
                </a:solidFill>
                <a:latin typeface="Arial"/>
              </a:rPr>
              <a:t>Los datasets públicos son de lab o domésticos: no transfieren a ensamble industrial.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CECF1"/>
                </a:solidFill>
                <a:latin typeface="Arial"/>
              </a:rPr>
              <a:t>Teleoperar o recolectar en robot es lento y caro. El oficio humano se pierde.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8B8B96"/>
                </a:solidFill>
                <a:latin typeface="Arial"/>
              </a:rPr>
              <a:t>Sin datos de planta, Physical AI en manufactura se queda en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8B96"/>
                </a:solidFill>
                <a:latin typeface="Arial"/>
              </a:rPr>
              <a:t>SENECA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8B96"/>
                </a:solidFill>
                <a:latin typeface="Arial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02  /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CECF1"/>
                </a:solidFill>
                <a:latin typeface="Arial"/>
              </a:rPr>
              <a:t>Capturamos el oficio.
Empaquetamos el entrenamiento.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3520440" cy="256032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ECF1"/>
                </a:solidFill>
                <a:latin typeface="Arial"/>
              </a:rPr>
              <a:t>Wearable de captura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8B96"/>
                </a:solidFill>
                <a:latin typeface="Arial"/>
              </a:rPr>
              <a:t>Tacto (estilo OSMO) + cámaras head/wrist + pose de manos.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520440" cy="256032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971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ECF1"/>
                </a:solidFill>
                <a:latin typeface="Arial"/>
              </a:rPr>
              <a:t>Software de empaquetado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023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8B96"/>
                </a:solidFill>
                <a:latin typeface="Arial"/>
              </a:rPr>
              <a:t>Demos humanas a datasets listos para políticas de robot.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743200"/>
            <a:ext cx="3520440" cy="256032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2971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ECF1"/>
                </a:solidFill>
                <a:latin typeface="Arial"/>
              </a:rPr>
              <a:t>Datos de planta MX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4023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8B96"/>
                </a:solidFill>
                <a:latin typeface="Arial"/>
              </a:rPr>
              <a:t>Ensamble Saltillo–Monterrey. No lab. No synth-only.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8B96"/>
                </a:solidFill>
                <a:latin typeface="Arial"/>
              </a:rPr>
              <a:t>SENECA TRACE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8B96"/>
                </a:solidFill>
                <a:latin typeface="Arial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03  / 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CF1"/>
                </a:solidFill>
                <a:latin typeface="Arial"/>
              </a:rPr>
              <a:t>De la línea de ensamble al modelo.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697480" cy="29260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CECF1"/>
                </a:solidFill>
                <a:latin typeface="Arial"/>
              </a:rPr>
              <a:t>Planta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4747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8B96"/>
                </a:solidFill>
                <a:latin typeface="Arial"/>
              </a:rPr>
              <a:t>Operador con wearable
en tarea real de ensamble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2011680"/>
            <a:ext cx="2697480" cy="29260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CECF1"/>
                </a:solidFill>
                <a:latin typeface="Arial"/>
              </a:rPr>
              <a:t>Captura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4747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8B96"/>
                </a:solidFill>
                <a:latin typeface="Arial"/>
              </a:rPr>
              <a:t>Tacto + head/wrist +
pose sincronizados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2697480" cy="29260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CECF1"/>
                </a:solidFill>
                <a:latin typeface="Arial"/>
              </a:rPr>
              <a:t>Pack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4747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8B96"/>
                </a:solidFill>
                <a:latin typeface="Arial"/>
              </a:rPr>
              <a:t>Pipeline que limpia y
empaqueta el dataset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59" y="2011680"/>
            <a:ext cx="2697480" cy="29260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39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39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CECF1"/>
                </a:solidFill>
                <a:latin typeface="Arial"/>
              </a:rPr>
              <a:t>Train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34747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8B96"/>
                </a:solidFill>
                <a:latin typeface="Arial"/>
              </a:rPr>
              <a:t>Labs / OEMs entrenan
humanoides y robots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8B96"/>
                </a:solidFill>
                <a:latin typeface="Arial"/>
              </a:rPr>
              <a:t>SENECA TRACE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8B96"/>
                </a:solidFill>
                <a:latin typeface="Arial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04  / 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CF1"/>
                </a:solidFill>
                <a:latin typeface="Arial"/>
              </a:rPr>
              <a:t>Physical AI necesita datos.
México tiene las plantas.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3520440" cy="274320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Arial"/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832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ECF1"/>
                </a:solidFill>
                <a:latin typeface="Arial"/>
              </a:rPr>
              <a:t>Robotics + AI data
en manufactura global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89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8B96"/>
                </a:solidFill>
                <a:latin typeface="Arial"/>
              </a:rPr>
              <a:t>Ola de humanoides
y automatización industrial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60320"/>
            <a:ext cx="3520440" cy="274320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Arial"/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3832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ECF1"/>
                </a:solidFill>
                <a:latin typeface="Arial"/>
              </a:rPr>
              <a:t>Datasets + captura
para manipulación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389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8B96"/>
                </a:solidFill>
                <a:latin typeface="Arial"/>
              </a:rPr>
              <a:t>Labs, OEMs, integradores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560320"/>
            <a:ext cx="3520440" cy="274320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Arial"/>
              </a:rP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33832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ECF1"/>
                </a:solidFill>
                <a:latin typeface="Arial"/>
              </a:rPr>
              <a:t>Ensamble industrial
Saltillo–Monterrey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4389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8B96"/>
                </a:solidFill>
                <a:latin typeface="Arial"/>
              </a:rPr>
              <a:t>Acceso a plantas +
vertical clara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8B96"/>
                </a:solidFill>
                <a:latin typeface="Arial"/>
              </a:rPr>
              <a:t>SENECA TRACE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8B96"/>
                </a:solidFill>
                <a:latin typeface="Arial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05  / 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CF1"/>
                </a:solidFill>
                <a:latin typeface="Arial"/>
              </a:rPr>
              <a:t>B2B2B: planta ↔ data ↔ robotics.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881360" cy="114300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ECF1"/>
                </a:solidFill>
                <a:latin typeface="Arial"/>
              </a:rPr>
              <a:t>Datasets licenciados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05740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8B96"/>
                </a:solidFill>
                <a:latin typeface="Arial"/>
              </a:rPr>
              <a:t>Catálogos generales y collects bespoke por cliente.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114300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ECF1"/>
                </a:solidFill>
                <a:latin typeface="Arial"/>
              </a:rPr>
              <a:t>Captura en planta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33756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8B96"/>
                </a:solidFill>
                <a:latin typeface="Arial"/>
              </a:rPr>
              <a:t>Piloto con partner industrial: acceso a línea → demos reales.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89120"/>
            <a:ext cx="10881360" cy="114300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ECF1"/>
                </a:solidFill>
                <a:latin typeface="Arial"/>
              </a:rPr>
              <a:t>Hardware +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6177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8B96"/>
                </a:solidFill>
                <a:latin typeface="Arial"/>
              </a:rPr>
              <a:t>Wearable propio; hardware probado si el cliente lo exige.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8B96"/>
                </a:solidFill>
                <a:latin typeface="Arial"/>
              </a:rPr>
              <a:t>SENECA TRACE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8B96"/>
                </a:solidFill>
                <a:latin typeface="Arial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06  / 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CF1"/>
                </a:solidFill>
                <a:latin typeface="Arial"/>
              </a:rPr>
              <a:t>Etapa temprana. Ejecución concreta.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Arial"/>
              </a:rPr>
              <a:t>Marca + sitio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600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CECF1"/>
                </a:solidFill>
                <a:latin typeface="Arial"/>
              </a:rPr>
              <a:t>senecatrace.com live, waitlist, identidad locked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Arial"/>
              </a:rPr>
              <a:t>Hardware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423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CECF1"/>
                </a:solidFill>
                <a:latin typeface="Arial"/>
              </a:rPr>
              <a:t>Replicación OSMO + BOM MVP fingertip (~$627)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Arial"/>
              </a:rP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461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CECF1"/>
                </a:solidFill>
                <a:latin typeface="Arial"/>
              </a:rPr>
              <a:t>4 personas: robótica, electrónica, Physical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Arial"/>
              </a:rPr>
              <a:t>Planta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0690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CECF1"/>
                </a:solidFill>
                <a:latin typeface="Arial"/>
              </a:rPr>
              <a:t>Conversaciones con partner industrial en Saltillo (múltiples líneas)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Arial"/>
              </a:rPr>
              <a:t>Hub Tec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892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CECF1"/>
                </a:solidFill>
                <a:latin typeface="Arial"/>
              </a:rPr>
              <a:t>Aplicación Prototyping Lab / ecosistema MTY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8B96"/>
                </a:solidFill>
                <a:latin typeface="Arial"/>
              </a:rPr>
              <a:t>SENECA TRACE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8B96"/>
                </a:solidFill>
                <a:latin typeface="Arial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07  / 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CF1"/>
                </a:solidFill>
                <a:latin typeface="Arial"/>
              </a:rPr>
              <a:t>Primero el norte. Luego el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94960" cy="17830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CECF1"/>
                </a:solidFill>
                <a:latin typeface="Arial"/>
              </a:rPr>
              <a:t>MVP wearable fingertip + stream USB
+ pipeline mínimo de empaquetado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394960" cy="17830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060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CECF1"/>
                </a:solidFill>
                <a:latin typeface="Arial"/>
              </a:rPr>
              <a:t>Piloto en planta partner Saltillo
primeras demos de ensamble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5394960" cy="17830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CECF1"/>
                </a:solidFill>
                <a:latin typeface="Arial"/>
              </a:rPr>
              <a:t>Dataset v0 + outreach a labs/OEMs
de robotics / humanoides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840480"/>
            <a:ext cx="5394960" cy="17830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177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CECF1"/>
                </a:solidFill>
                <a:latin typeface="Arial"/>
              </a:rPr>
              <a:t>Bespoke collects + iteración hardware
(cámaras head/wrist en stack completo)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8B96"/>
                </a:solidFill>
                <a:latin typeface="Arial"/>
              </a:rPr>
              <a:t>SENECA TRACE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8B96"/>
                </a:solidFill>
                <a:latin typeface="Arial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08  / 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CF1"/>
                </a:solidFill>
                <a:latin typeface="Arial"/>
              </a:rPr>
              <a:t>Builders de robótica y Physical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94960" cy="347472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CECF1"/>
                </a:solidFill>
                <a:latin typeface="Arial"/>
              </a:rPr>
              <a:t>Emiliano Méndez Jiménez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Arial"/>
              </a:rPr>
              <a:t>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8B96"/>
                </a:solidFill>
                <a:latin typeface="Arial"/>
              </a:rPr>
              <a:t>Robotics @ Tec de Monterrey
Lead UAV VantTec
AIRDX intern
Seneca Trace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12080" cy="347472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CECF1"/>
                </a:solidFill>
                <a:latin typeface="Arial"/>
              </a:rPr>
              <a:t>Equipo (4)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Arial"/>
              </a:rPr>
              <a:t>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089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8B96"/>
                </a:solidFill>
                <a:latin typeface="Arial"/>
              </a:rPr>
              <a:t>Background combinado:
robótica, electrónica y Physical AI.
Buscamos cofounder ops/industrial
para escalar captura en planta.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8B96"/>
                </a:solidFill>
                <a:latin typeface="Arial"/>
              </a:rPr>
              <a:t>SENECA TRACE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8B96"/>
                </a:solidFill>
                <a:latin typeface="Arial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09  / 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CF1"/>
                </a:solidFill>
                <a:latin typeface="Arial"/>
              </a:rPr>
              <a:t>Pre-Seed para MVP + piloto.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94960" cy="329184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Arial"/>
              </a:rPr>
              <a:t>RAISING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CECF1"/>
                </a:solidFill>
                <a:latin typeface="Arial"/>
              </a:rPr>
              <a:t>$100,000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8B96"/>
                </a:solidFill>
                <a:latin typeface="Arial"/>
              </a:rPr>
              <a:t>Post-money target: $800,000
(~12.5% equity)
Uso: hardware MVP, piloto planta,
equipo técnico.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12080" cy="329184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Arial"/>
              </a:rPr>
              <a:t>USE OF FUNDS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CECF1"/>
                </a:solidFill>
                <a:latin typeface="Arial"/>
              </a:rPr>
              <a:t>40%  Hardware + BOM + iteración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CECF1"/>
                </a:solidFill>
                <a:latin typeface="Arial"/>
              </a:rPr>
              <a:t>30%  Piloto planta + ops captura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CECF1"/>
                </a:solidFill>
                <a:latin typeface="Arial"/>
              </a:rPr>
              <a:t>20%  Software pipeline / datos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CECF1"/>
                </a:solidFill>
                <a:latin typeface="Arial"/>
              </a:rPr>
              <a:t>10%  Legal / runway / misc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600"/>
                </a:solidFill>
                <a:latin typeface="Arial"/>
              </a:rPr>
              <a:t>founders@senecatrace.com  ·  senecatrace.com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8B96"/>
                </a:solidFill>
                <a:latin typeface="Arial"/>
              </a:rPr>
              <a:t>SENECA TRACE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8B96"/>
                </a:solidFill>
                <a:latin typeface="Arial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